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76" r:id="rId7"/>
    <p:sldId id="260" r:id="rId8"/>
    <p:sldId id="275" r:id="rId9"/>
    <p:sldId id="261" r:id="rId10"/>
    <p:sldId id="262" r:id="rId11"/>
    <p:sldId id="277" r:id="rId12"/>
    <p:sldId id="278" r:id="rId13"/>
    <p:sldId id="279" r:id="rId14"/>
    <p:sldId id="269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FFADB-40D1-4661-B918-2EEBF630C5BB}" v="7" dt="2025-12-18T10:36:25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ndra Reddy Chinnapareddy" userId="8a1aa949ff55a6ae" providerId="LiveId" clId="{7483A1E5-7965-4AC8-9673-EEE95B5BA268}"/>
    <pc:docChg chg="custSel delSld modSld">
      <pc:chgData name="Narendra Reddy Chinnapareddy" userId="8a1aa949ff55a6ae" providerId="LiveId" clId="{7483A1E5-7965-4AC8-9673-EEE95B5BA268}" dt="2025-12-18T10:36:33.361" v="27" actId="26606"/>
      <pc:docMkLst>
        <pc:docMk/>
      </pc:docMkLst>
      <pc:sldChg chg="addSp modSp mod setBg">
        <pc:chgData name="Narendra Reddy Chinnapareddy" userId="8a1aa949ff55a6ae" providerId="LiveId" clId="{7483A1E5-7965-4AC8-9673-EEE95B5BA268}" dt="2025-12-18T10:35:12.259" v="16" actId="20577"/>
        <pc:sldMkLst>
          <pc:docMk/>
          <pc:sldMk cId="0" sldId="269"/>
        </pc:sldMkLst>
        <pc:spChg chg="mod">
          <ac:chgData name="Narendra Reddy Chinnapareddy" userId="8a1aa949ff55a6ae" providerId="LiveId" clId="{7483A1E5-7965-4AC8-9673-EEE95B5BA268}" dt="2025-12-18T10:35:12.259" v="16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Narendra Reddy Chinnapareddy" userId="8a1aa949ff55a6ae" providerId="LiveId" clId="{7483A1E5-7965-4AC8-9673-EEE95B5BA268}" dt="2025-12-18T10:35:04.375" v="7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Narendra Reddy Chinnapareddy" userId="8a1aa949ff55a6ae" providerId="LiveId" clId="{7483A1E5-7965-4AC8-9673-EEE95B5BA268}" dt="2025-12-18T10:35:04.375" v="7" actId="26606"/>
          <ac:spMkLst>
            <pc:docMk/>
            <pc:sldMk cId="0" sldId="269"/>
            <ac:spMk id="8" creationId="{081EA652-8C6A-4E69-BEB9-170809474553}"/>
          </ac:spMkLst>
        </pc:spChg>
        <pc:spChg chg="add">
          <ac:chgData name="Narendra Reddy Chinnapareddy" userId="8a1aa949ff55a6ae" providerId="LiveId" clId="{7483A1E5-7965-4AC8-9673-EEE95B5BA268}" dt="2025-12-18T10:35:04.375" v="7" actId="26606"/>
          <ac:spMkLst>
            <pc:docMk/>
            <pc:sldMk cId="0" sldId="269"/>
            <ac:spMk id="10" creationId="{5298780A-33B9-4EA2-8F67-DE68AD62841B}"/>
          </ac:spMkLst>
        </pc:spChg>
        <pc:spChg chg="add">
          <ac:chgData name="Narendra Reddy Chinnapareddy" userId="8a1aa949ff55a6ae" providerId="LiveId" clId="{7483A1E5-7965-4AC8-9673-EEE95B5BA268}" dt="2025-12-18T10:35:04.375" v="7" actId="26606"/>
          <ac:spMkLst>
            <pc:docMk/>
            <pc:sldMk cId="0" sldId="269"/>
            <ac:spMk id="12" creationId="{7F488E8B-4E1E-4402-8935-D4E6C02615C7}"/>
          </ac:spMkLst>
        </pc:spChg>
        <pc:cxnChg chg="add">
          <ac:chgData name="Narendra Reddy Chinnapareddy" userId="8a1aa949ff55a6ae" providerId="LiveId" clId="{7483A1E5-7965-4AC8-9673-EEE95B5BA268}" dt="2025-12-18T10:35:04.375" v="7" actId="26606"/>
          <ac:cxnSpMkLst>
            <pc:docMk/>
            <pc:sldMk cId="0" sldId="269"/>
            <ac:cxnSpMk id="14" creationId="{23AAC9B5-8015-485C-ACF9-A750390E9A56}"/>
          </ac:cxnSpMkLst>
        </pc:cxnChg>
      </pc:sldChg>
      <pc:sldChg chg="del">
        <pc:chgData name="Narendra Reddy Chinnapareddy" userId="8a1aa949ff55a6ae" providerId="LiveId" clId="{7483A1E5-7965-4AC8-9673-EEE95B5BA268}" dt="2025-12-18T10:35:20.582" v="17" actId="2696"/>
        <pc:sldMkLst>
          <pc:docMk/>
          <pc:sldMk cId="0" sldId="270"/>
        </pc:sldMkLst>
      </pc:sldChg>
      <pc:sldChg chg="del">
        <pc:chgData name="Narendra Reddy Chinnapareddy" userId="8a1aa949ff55a6ae" providerId="LiveId" clId="{7483A1E5-7965-4AC8-9673-EEE95B5BA268}" dt="2025-12-18T10:35:33.316" v="19" actId="2696"/>
        <pc:sldMkLst>
          <pc:docMk/>
          <pc:sldMk cId="0" sldId="271"/>
        </pc:sldMkLst>
      </pc:sldChg>
      <pc:sldChg chg="del">
        <pc:chgData name="Narendra Reddy Chinnapareddy" userId="8a1aa949ff55a6ae" providerId="LiveId" clId="{7483A1E5-7965-4AC8-9673-EEE95B5BA268}" dt="2025-12-18T10:35:29.932" v="18" actId="2696"/>
        <pc:sldMkLst>
          <pc:docMk/>
          <pc:sldMk cId="0" sldId="272"/>
        </pc:sldMkLst>
      </pc:sldChg>
      <pc:sldChg chg="addSp delSp modSp mod setBg">
        <pc:chgData name="Narendra Reddy Chinnapareddy" userId="8a1aa949ff55a6ae" providerId="LiveId" clId="{7483A1E5-7965-4AC8-9673-EEE95B5BA268}" dt="2025-12-18T10:36:33.361" v="27" actId="26606"/>
        <pc:sldMkLst>
          <pc:docMk/>
          <pc:sldMk cId="0" sldId="273"/>
        </pc:sldMkLst>
        <pc:spChg chg="mod">
          <ac:chgData name="Narendra Reddy Chinnapareddy" userId="8a1aa949ff55a6ae" providerId="LiveId" clId="{7483A1E5-7965-4AC8-9673-EEE95B5BA268}" dt="2025-12-18T10:36:33.361" v="27" actId="26606"/>
          <ac:spMkLst>
            <pc:docMk/>
            <pc:sldMk cId="0" sldId="273"/>
            <ac:spMk id="2" creationId="{00000000-0000-0000-0000-000000000000}"/>
          </ac:spMkLst>
        </pc:spChg>
        <pc:spChg chg="del">
          <ac:chgData name="Narendra Reddy Chinnapareddy" userId="8a1aa949ff55a6ae" providerId="LiveId" clId="{7483A1E5-7965-4AC8-9673-EEE95B5BA268}" dt="2025-12-18T10:36:10.640" v="21" actId="21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Narendra Reddy Chinnapareddy" userId="8a1aa949ff55a6ae" providerId="LiveId" clId="{7483A1E5-7965-4AC8-9673-EEE95B5BA268}" dt="2025-12-18T10:36:10.640" v="21" actId="21"/>
          <ac:spMkLst>
            <pc:docMk/>
            <pc:sldMk cId="0" sldId="273"/>
            <ac:spMk id="4" creationId="{4141CFA7-3523-7425-7193-B309D5A6BFC3}"/>
          </ac:spMkLst>
        </pc:spChg>
        <pc:spChg chg="add del mod">
          <ac:chgData name="Narendra Reddy Chinnapareddy" userId="8a1aa949ff55a6ae" providerId="LiveId" clId="{7483A1E5-7965-4AC8-9673-EEE95B5BA268}" dt="2025-12-18T10:36:14.751" v="22" actId="21"/>
          <ac:spMkLst>
            <pc:docMk/>
            <pc:sldMk cId="0" sldId="273"/>
            <ac:spMk id="5" creationId="{59DA1A65-D2DE-2BAD-B8DD-8E24C51325E2}"/>
          </ac:spMkLst>
        </pc:spChg>
        <pc:spChg chg="add del mod">
          <ac:chgData name="Narendra Reddy Chinnapareddy" userId="8a1aa949ff55a6ae" providerId="LiveId" clId="{7483A1E5-7965-4AC8-9673-EEE95B5BA268}" dt="2025-12-18T10:36:17.659" v="24" actId="21"/>
          <ac:spMkLst>
            <pc:docMk/>
            <pc:sldMk cId="0" sldId="273"/>
            <ac:spMk id="6" creationId="{59DA1A65-D2DE-2BAD-B8DD-8E24C51325E2}"/>
          </ac:spMkLst>
        </pc:spChg>
        <pc:spChg chg="add mod">
          <ac:chgData name="Narendra Reddy Chinnapareddy" userId="8a1aa949ff55a6ae" providerId="LiveId" clId="{7483A1E5-7965-4AC8-9673-EEE95B5BA268}" dt="2025-12-18T10:36:33.361" v="27" actId="26606"/>
          <ac:spMkLst>
            <pc:docMk/>
            <pc:sldMk cId="0" sldId="273"/>
            <ac:spMk id="7" creationId="{63818DB3-B3F5-5246-8392-E3E7431F44BC}"/>
          </ac:spMkLst>
        </pc:spChg>
        <pc:spChg chg="add">
          <ac:chgData name="Narendra Reddy Chinnapareddy" userId="8a1aa949ff55a6ae" providerId="LiveId" clId="{7483A1E5-7965-4AC8-9673-EEE95B5BA268}" dt="2025-12-18T10:36:33.361" v="27" actId="26606"/>
          <ac:spMkLst>
            <pc:docMk/>
            <pc:sldMk cId="0" sldId="273"/>
            <ac:spMk id="12" creationId="{081EA652-8C6A-4E69-BEB9-170809474553}"/>
          </ac:spMkLst>
        </pc:spChg>
        <pc:spChg chg="add">
          <ac:chgData name="Narendra Reddy Chinnapareddy" userId="8a1aa949ff55a6ae" providerId="LiveId" clId="{7483A1E5-7965-4AC8-9673-EEE95B5BA268}" dt="2025-12-18T10:36:33.361" v="27" actId="26606"/>
          <ac:spMkLst>
            <pc:docMk/>
            <pc:sldMk cId="0" sldId="273"/>
            <ac:spMk id="14" creationId="{5298780A-33B9-4EA2-8F67-DE68AD62841B}"/>
          </ac:spMkLst>
        </pc:spChg>
        <pc:spChg chg="add">
          <ac:chgData name="Narendra Reddy Chinnapareddy" userId="8a1aa949ff55a6ae" providerId="LiveId" clId="{7483A1E5-7965-4AC8-9673-EEE95B5BA268}" dt="2025-12-18T10:36:33.361" v="27" actId="26606"/>
          <ac:spMkLst>
            <pc:docMk/>
            <pc:sldMk cId="0" sldId="273"/>
            <ac:spMk id="16" creationId="{7F488E8B-4E1E-4402-8935-D4E6C02615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egetables and fruits in a row">
            <a:extLst>
              <a:ext uri="{FF2B5EF4-FFF2-40B4-BE49-F238E27FC236}">
                <a16:creationId xmlns:a16="http://schemas.microsoft.com/office/drawing/2014/main" id="{66BD1B80-4FF3-5A0F-DF9C-33767B02F7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11021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chemeClr val="bg1"/>
                </a:solidFill>
              </a:rPr>
              <a:t>Food Trends Analysis &amp; Customer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5361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Presented by: </a:t>
            </a: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Harshika Kalsani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Saimeghana Illa</a:t>
            </a: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Tandyana Sarvani</a:t>
            </a: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Sri Varshini S</a:t>
            </a: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Narendra Reddy CH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4800"/>
              <a:t>Agenda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800"/>
              <a:t>Project Overview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Data Sources &amp; Data Model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Sentiment Analysis Dashboard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Product Insights Dashboard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Customer Segmentation Dashboard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Strategy &amp; Innovation Dashboard</a:t>
            </a:r>
          </a:p>
          <a:p>
            <a:pPr lvl="1">
              <a:lnSpc>
                <a:spcPct val="90000"/>
              </a:lnSpc>
            </a:pPr>
            <a:r>
              <a:rPr lang="en-IN" sz="1800"/>
              <a:t>Key Findings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24AE0-4CA9-1C87-C1CD-808BE132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207A3C-0D4C-0057-A211-BDA8F6860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30" y="2969469"/>
            <a:ext cx="6056111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To understand current food trends and customer preferences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To analyze customer feedback and opinions using data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To identify key factors that influence food choices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To visualize insights clearly through interactive dashboards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To support better,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74215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4000"/>
              <a:t>Project Overview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US" sz="2100"/>
              <a:t>Analyze customer feedback to understand food trends and preferences</a:t>
            </a:r>
          </a:p>
          <a:p>
            <a:pPr lvl="1"/>
            <a:r>
              <a:rPr lang="en-US" sz="2100"/>
              <a:t>Apply sentiment analysis to evaluate customer perception</a:t>
            </a:r>
          </a:p>
          <a:p>
            <a:pPr lvl="1"/>
            <a:r>
              <a:rPr lang="en-US" sz="2100"/>
              <a:t>Develop interactive Power BI dashboards for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oughnuts on a table">
            <a:extLst>
              <a:ext uri="{FF2B5EF4-FFF2-40B4-BE49-F238E27FC236}">
                <a16:creationId xmlns:a16="http://schemas.microsoft.com/office/drawing/2014/main" id="{42C6C40D-F118-8634-6180-F4B1D45FC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2" r="12052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/>
              <a:t>Food Industry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F76C60-EC2E-4B28-FE7D-11435808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434201"/>
            <a:ext cx="2866641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Growing demand for healthy and nutritious food options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Increasing preference for convenience and online food delivery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Rising influence of customer reviews and social media trends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Popularity of personalized and customized food choices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Focus on sustainability and quality ingredients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9248-4223-EFBC-7E18-74548C1AF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79F429-13C1-4194-70EF-08AF9EED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3017522"/>
            <a:ext cx="745598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Data Collection Tools (Google Forms, Apify)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Data Processing (Python, Pandas, NLP libraries)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Visualization (Power BI 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Storage (Excel / CSV 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5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 – Structured Data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9BBAFB0-67B7-058F-3EC7-CFA980BF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163" y="1463039"/>
            <a:ext cx="4156790" cy="43004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Data was collected using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structured and unstructured methods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Structured data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was gathered through an online survey using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Google Forms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The survey captured customer demographics, food preferences, and purchasing behavior.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Key attributes included age, gender, city, food type, brand, price, and ratings.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Additional insights were collected on taste, quality, nutrition, motivation, and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64B17-5283-151D-B174-D413DEDC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D9F0E-B1EC-1BC2-57BD-FF5A1660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 – UnStructured Data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6AE5F8-11B4-A4D8-C687-4F5555852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163" y="1463039"/>
            <a:ext cx="4156790" cy="43004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Unstructured data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was collected from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social media platform-Facebook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Data was extracted using a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web scraper (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effectLst/>
              </a:rPr>
              <a:t>Apify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Customer comments and reviews were scraped from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Facebook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This data helped understand real-time customer opinions and sentiments.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The unstructured data supported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sentiment analysis and trend identification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472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36E0FD52-F271-EA18-05E0-A8E597CA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4" y="609600"/>
            <a:ext cx="4029076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356" y="1071350"/>
            <a:ext cx="3581372" cy="1339382"/>
          </a:xfrm>
        </p:spPr>
        <p:txBody>
          <a:bodyPr>
            <a:normAutofit/>
          </a:bodyPr>
          <a:lstStyle/>
          <a:p>
            <a:r>
              <a:rPr lang="en-IN" sz="3100"/>
              <a:t>Data Preparation &amp; Modeling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499" y="399531"/>
            <a:ext cx="1280813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89" y="2547257"/>
            <a:ext cx="3343834" cy="31097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Cleaned and preprocessed both structured and unstructured datasets</a:t>
            </a:r>
          </a:p>
          <a:p>
            <a:pPr>
              <a:lnSpc>
                <a:spcPct val="90000"/>
              </a:lnSpc>
            </a:pPr>
            <a:r>
              <a:rPr lang="en-US" sz="1400"/>
              <a:t>Removed missing values and standardized data formats</a:t>
            </a:r>
          </a:p>
          <a:p>
            <a:pPr>
              <a:lnSpc>
                <a:spcPct val="90000"/>
              </a:lnSpc>
            </a:pPr>
            <a:r>
              <a:rPr lang="en-US" sz="1400"/>
              <a:t>Applied </a:t>
            </a:r>
            <a:r>
              <a:rPr lang="en-US" sz="1400" b="1"/>
              <a:t>NLP techniques</a:t>
            </a:r>
            <a:r>
              <a:rPr lang="en-US" sz="1400"/>
              <a:t> to extract </a:t>
            </a:r>
            <a:r>
              <a:rPr lang="en-US" sz="1400" b="1"/>
              <a:t>sentiment labels</a:t>
            </a:r>
            <a:r>
              <a:rPr lang="en-US" sz="1400"/>
              <a:t> (positive, neutral, negative)</a:t>
            </a:r>
          </a:p>
          <a:p>
            <a:pPr>
              <a:lnSpc>
                <a:spcPct val="90000"/>
              </a:lnSpc>
            </a:pPr>
            <a:r>
              <a:rPr lang="en-US" sz="1400"/>
              <a:t>Calculated </a:t>
            </a:r>
            <a:r>
              <a:rPr lang="en-US" sz="1400" b="1"/>
              <a:t>sentiment scores</a:t>
            </a:r>
            <a:r>
              <a:rPr lang="en-US" sz="1400"/>
              <a:t> to measure customer opinions numerically</a:t>
            </a:r>
          </a:p>
          <a:p>
            <a:pPr>
              <a:lnSpc>
                <a:spcPct val="90000"/>
              </a:lnSpc>
            </a:pPr>
            <a:r>
              <a:rPr lang="en-US" sz="1400"/>
              <a:t>Transformed text data into meaningful features for analysis</a:t>
            </a:r>
          </a:p>
          <a:p>
            <a:pPr>
              <a:lnSpc>
                <a:spcPct val="90000"/>
              </a:lnSpc>
            </a:pPr>
            <a:r>
              <a:rPr lang="en-US" sz="1400"/>
              <a:t>Prepared the final dataset for dashboards and insights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DF18E6A0-E778-2314-E5E9-7AFD7927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1" r="38905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dirty="0"/>
              <a:t>	-     Overview</a:t>
            </a:r>
          </a:p>
          <a:p>
            <a:pPr lvl="1"/>
            <a:r>
              <a:rPr lang="en-IN" sz="1700" dirty="0"/>
              <a:t>Sentiment Analysis</a:t>
            </a:r>
          </a:p>
          <a:p>
            <a:pPr lvl="1"/>
            <a:r>
              <a:rPr lang="en-IN" sz="1700" dirty="0"/>
              <a:t>Product Insights</a:t>
            </a:r>
          </a:p>
          <a:p>
            <a:pPr lvl="1"/>
            <a:r>
              <a:rPr lang="en-IN" sz="1700" dirty="0"/>
              <a:t>Customer Segmentation</a:t>
            </a:r>
          </a:p>
          <a:p>
            <a:pPr lvl="1"/>
            <a:r>
              <a:rPr lang="en-IN" sz="1700" dirty="0"/>
              <a:t>Strategy &amp; Innovation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76F74-4435-BB43-B6F8-DEB5BD0B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 Insights Dashboard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59DF01-BB36-33C9-2E99-9370643B4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3017522"/>
            <a:ext cx="745598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Key performance indicators such as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total products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and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average ratings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for taste, packaging, quality, and feedback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Filters for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food type, purchase channel, price range, and gender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to enable focused analysis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Top brands analysis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based on product count and customer preference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Top food items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comparison showing most popular food choices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Nutrition claims by brand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including high protein, high fiber, and low-fat products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Brand-wise price distribution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(cheap, reasonable, expensive)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Relationship analysis between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taste, packaging, and feedback ratings</a:t>
            </a: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</a:rPr>
              <a:t>Geographic distribution of customers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by city and brand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52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FC88B-7361-96E7-F53A-21392F7B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5124D-34E8-B605-1DC3-359D0BE6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Segmation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Dashboard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1204AF-6A41-1803-8FDE-C35FBBB39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3017522"/>
            <a:ext cx="745598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Filters for </a:t>
            </a:r>
            <a:r>
              <a:rPr lang="en-US" sz="1600" b="1"/>
              <a:t>purchase channel, month, price range, and city</a:t>
            </a: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Age-group-wise customer distribution</a:t>
            </a:r>
            <a:r>
              <a:rPr lang="en-US" sz="1600"/>
              <a:t> by food type (Veg, Non-Veg, Both)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Gender-wise customer segmentation</a:t>
            </a:r>
            <a:r>
              <a:rPr lang="en-US" sz="1600"/>
              <a:t> across different food types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Customer distribution based on </a:t>
            </a:r>
            <a:r>
              <a:rPr lang="en-US" sz="1600" b="1"/>
              <a:t>nutritional claims</a:t>
            </a:r>
            <a:r>
              <a:rPr lang="en-US" sz="1600"/>
              <a:t> (high protein, low fat, high fiber, low sugar)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Expectation-based segmentation</a:t>
            </a:r>
            <a:r>
              <a:rPr lang="en-US" sz="1600"/>
              <a:t> covering hygiene, price, quality, quantity, and taste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Food preference segmentation including </a:t>
            </a:r>
            <a:r>
              <a:rPr lang="en-US" sz="1600" b="1"/>
              <a:t>Veg, Non-Veg, Vegan, Sugar-Free, Gluten-Free, and Low-Calorie diets</a:t>
            </a: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Calorie-level based customer segmentation</a:t>
            </a:r>
            <a:r>
              <a:rPr lang="en-US" sz="1600"/>
              <a:t> (low, medium, high calorie preferences)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125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9F66B-4704-EAE0-99FE-40A98905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0BDE8-1428-D1D6-3856-C6088E9D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Sentiment Analysis Dashboard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18EEA2-050E-E5D0-DF1A-C4FBFFA82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3017522"/>
            <a:ext cx="745598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Overall </a:t>
            </a:r>
            <a:r>
              <a:rPr lang="en-US" sz="1900" b="1"/>
              <a:t>sentiment distribution</a:t>
            </a:r>
            <a:r>
              <a:rPr lang="en-US" sz="1900"/>
              <a:t> showing positive, neutral, and negative percentages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Word cloud</a:t>
            </a:r>
            <a:r>
              <a:rPr lang="en-US" sz="1900"/>
              <a:t> highlighting frequently used words in customer feedback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Average sentiment score by brand</a:t>
            </a:r>
            <a:r>
              <a:rPr lang="en-US" sz="1900"/>
              <a:t> comparison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Total customers segmented by </a:t>
            </a:r>
            <a:r>
              <a:rPr lang="en-US" sz="1900" b="1"/>
              <a:t>sentiment label</a:t>
            </a:r>
            <a:endParaRPr lang="en-US" sz="19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Gender-wise sentiment distribution</a:t>
            </a:r>
            <a:r>
              <a:rPr lang="en-US" sz="1900"/>
              <a:t> (positive, neutral, negative)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Sentiment distribution based on </a:t>
            </a:r>
            <a:r>
              <a:rPr lang="en-US" sz="1900" b="1"/>
              <a:t>food preference</a:t>
            </a:r>
            <a:r>
              <a:rPr lang="en-US" sz="1900"/>
              <a:t> (Veg, Non-Veg, Vegan, etc.)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Day-wise sentiment score trend</a:t>
            </a:r>
            <a:r>
              <a:rPr lang="en-US" sz="1900"/>
              <a:t> to track changes over time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0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3600" dirty="0"/>
              <a:t>Strategy &amp; Innovation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sz="1900"/>
              <a:t>Low-sentiment products highlighted for R&amp;D focus</a:t>
            </a:r>
          </a:p>
          <a:p>
            <a:pPr marL="457200" lvl="1" indent="0">
              <a:buNone/>
            </a:pPr>
            <a:r>
              <a:rPr lang="en-US" sz="1900"/>
              <a:t>Sentiment trends tracked over time</a:t>
            </a:r>
          </a:p>
          <a:p>
            <a:pPr marL="457200" lvl="1" indent="0">
              <a:buNone/>
            </a:pPr>
            <a:r>
              <a:rPr lang="en-US" sz="1900"/>
              <a:t>High-performing brands and food items with positive customer sentiment</a:t>
            </a:r>
          </a:p>
          <a:p>
            <a:pPr marL="457200" lvl="1" indent="0">
              <a:buNone/>
            </a:pPr>
            <a:r>
              <a:rPr lang="en-US" sz="1900"/>
              <a:t>Key drivers influencing satisfaction such as </a:t>
            </a:r>
            <a:r>
              <a:rPr lang="en-US" sz="1900" b="1"/>
              <a:t>price, taste, quality, and nutrition</a:t>
            </a:r>
            <a:endParaRPr lang="en-US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3818DB3-B3F5-5246-8392-E3E7431F4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30" y="2969469"/>
            <a:ext cx="6056111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Customer preferences vary significantly across food types, demographics, and nutritional needs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Sentiment analysis reveals key drivers of customer satisfaction and dissatisfaction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Product and brand performance is strongly influenced by taste, quality, and pricing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Customer segmentation enables more targeted and personalized strategies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Data-driven insights support better decision-making, innovation, and future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748</Words>
  <Application>Microsoft Office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Food Trends Analysis &amp; Customer Insights</vt:lpstr>
      <vt:lpstr>Agenda</vt:lpstr>
      <vt:lpstr>Introduction</vt:lpstr>
      <vt:lpstr>Project Overview</vt:lpstr>
      <vt:lpstr>Food Industry Trends</vt:lpstr>
      <vt:lpstr>Tech Stack</vt:lpstr>
      <vt:lpstr>Data Collection – Structured Data</vt:lpstr>
      <vt:lpstr>Data Collection – UnStructured Data</vt:lpstr>
      <vt:lpstr>Data Preparation &amp; Modeling</vt:lpstr>
      <vt:lpstr>Dashboard Overview</vt:lpstr>
      <vt:lpstr>Product Insights Dashboard</vt:lpstr>
      <vt:lpstr>Customer Segmation Dashboard</vt:lpstr>
      <vt:lpstr>Sentiment Analysis Dashboard</vt:lpstr>
      <vt:lpstr>Strategy &amp; Innovation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Reddy Chinnapareddy</cp:lastModifiedBy>
  <cp:revision>2</cp:revision>
  <dcterms:created xsi:type="dcterms:W3CDTF">2013-01-27T09:14:16Z</dcterms:created>
  <dcterms:modified xsi:type="dcterms:W3CDTF">2025-12-18T10:36:40Z</dcterms:modified>
  <cp:category/>
</cp:coreProperties>
</file>